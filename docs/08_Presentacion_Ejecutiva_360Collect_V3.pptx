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360Collect V3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La plataforma que convierte la cobranza en una operación inteligente, trazable y omnicanal.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No es un sistema más. Es una capacidad operativa para recuperar más, decidir antes y controlar mejor.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Integra estrategia, ejecución, supervisión, canales y trazabilidad en un solo flujo.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El mensaje para comité no es “lo quiero”; es “lo necesito urgentemente”.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Mensaje de apertura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El problema que hoy cuesta dinero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La cobranza tradicional ya no escala al ritmo del negocio.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Listas largas sin prioridad inteligente: el equipo trabaja volumen, no valor.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Un mismo cliente se trata por producto, no por visión consolidada ni cabeza de mora.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La estrategia vive en manuales y hojas; no en la pantalla del gestor.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Supervisión opera en modo reactivo y dirección recibe visibilidad tardía.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Dolor actual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El costo de seguir igual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Cada día sin decisión operativa inteligente erosiona recuperación y control.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Menor recuperación por contacto tardío o mal dirigido.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Mayor costo operativo por insistir en cuentas con baja probabilidad y descuidar las de alto potencial.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Más dependencia de revisión manual y mayor desgaste supervisor.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Menor trazabilidad frente a auditoría, control interno y comité.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Riesgo de no actuar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Qué hace diferente a 360Collect V3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Pasa de registrar gestiones a orquestar decisiones.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Ordena la cartera por estrategia, subgrupo, placement, cartera y cabeza de mora.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Opera por roles reales: Admin, Collector, Supervisor y Auditor.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Integra revisión supervisor, callbacks, promesas, HMR y omnicanalidad en el mismo flujo.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Hace visible dónde está cada cliente, quién lo trabaja, bajo qué regla y con qué resultado.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Propuesta de valor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IA y Machine Learning con impacto operativo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La inteligencia no se queda en un dashboard; entra a la cola de trabajo.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Prioriza cuentas según probabilidad de pago, riesgo y oportunidad de recuperación.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Sugiere canal óptimo, siguiente mejor acción y discurso de contacto.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Permite detectar ruptura probable de promesa y aislar casos que requieren control supervisor.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Ayuda a mover la operación desde intuición manual hacia decisión asistida y repetible.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AI + ML aplicado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Qué cambia en la práctica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De una cola manual a una operación industrial de cobranza.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El gestor deja de navegar miles de casos sin foco y trabaja colas concretas, visibles y accionables.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El supervisor controla excepciones, productividad y acuerdos fuera de política en tiempo real.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El administrador asigna grupos, carteras y placements con trazabilidad operativa.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Dirección gana disciplina de ejecución sin inflar estructura ni depender de conciliaciones manuales.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Transformación operativa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Por qué se pone por encima de muchas alternativas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El mercado ya vende omnicanalidad, workflow y analytics. La ventaja aquí es velocidad y control.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Suites como Finvi o QUALCO ya posicionan collections con omnicanalidad, automatización y analytics.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360Collect V3 suma algo crítico: ajuste fino al manual local, control total del producto y demo funcional inmediata.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No depende del roadmap del proveedor para cambiar reglas, subgrupos, placements o estrategia operativa.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Pasa más rápido de concepto a operación medible.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Diferenciación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Beneficios que importan a dirección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Esto no es una mejora cosmética; es una palanca de productividad y gobierno.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Más recuperación con mejor priorización y contacto oportuno.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Más velocidad para ejecutar estrategia sin fricción operativa.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Más trazabilidad para auditoría, comité y control interno.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Más capacidad para escalar omnicanalidad con disciplina operativa.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Beneficios ejecutivos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Cómo empezar sin fricción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La ruta recomendada es rápida, medible y de bajo riesgo.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1. Demo ejecutiva por roles y caso completo de punta a punta.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2. Piloto controlado en una estrategia prioritaria.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3. Medición de recuperación, promesas, contactos efectivos y productividad.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4. Escalamiento gradual de canales, reglas y automatizaciones.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Ruta de adopción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457200" y="960120"/>
            <a:ext cx="103632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3000" b="1" dirty="0" smtClean="0">
                <a:solidFill>
                  <a:srgbClr val="0F172A"/>
                </a:solidFill>
              </a:rPr>
              <a:t>Cierre para comité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714500"/>
            <a:ext cx="103632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800" dirty="0" smtClean="0">
                <a:solidFill>
                  <a:srgbClr val="0E7490"/>
                </a:solidFill>
              </a:rPr>
              <a:t>La decisión no es tecnológica. Es estratégica.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85800" y="2608580"/>
            <a:ext cx="1043940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Hoy no se necesita otro sistema para guardar gestiones.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Se necesita una plataforma que indique a quién gestionar primero, con qué estrategia, por qué canal y bajo qué control.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Eso es exactamente lo que 360Collect V3 empieza a resolver desde ahora.</a:t>
            </a:r>
          </a:p>
          <a:p>
            <a:pPr lvl="0">
              <a:buChar char="•"/>
            </a:pPr>
            <a:r>
              <a:rPr lang="es-SV" sz="2200" dirty="0" smtClean="0">
                <a:solidFill>
                  <a:srgbClr val="334155"/>
                </a:solidFill>
              </a:rPr>
              <a:t>La pregunta ya no es si sería útil. La pregunta es cuánto seguimos perdiendo por no operarlo plenamente.</a:t>
            </a:r>
          </a:p>
        </p:txBody>
      </p:sp>
      <p:sp>
        <p:nvSpPr>
          <p:cNvPr id="6" name="Footer Tag"/>
          <p:cNvSpPr txBox="1"/>
          <p:nvPr/>
        </p:nvSpPr>
        <p:spPr>
          <a:xfrm>
            <a:off x="457200" y="6299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600" b="1" dirty="0" smtClean="0">
                <a:solidFill>
                  <a:srgbClr val="0E7490"/>
                </a:solidFill>
              </a:rPr>
              <a:t>Llamado a decisión</a:t>
            </a:r>
          </a:p>
        </p:txBody>
      </p:sp>
      <p:sp>
        <p:nvSpPr>
          <p:cNvPr id="7" name="Footer Brand"/>
          <p:cNvSpPr txBox="1"/>
          <p:nvPr/>
        </p:nvSpPr>
        <p:spPr>
          <a:xfrm>
            <a:off x="9500000" y="64000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>
              <a:buNone/>
            </a:pPr>
            <a:r>
              <a:rPr lang="es-SV" sz="1400" b="1" dirty="0" smtClean="0">
                <a:solidFill>
                  <a:srgbClr val="64748B"/>
                </a:solidFill>
              </a:rPr>
              <a:t>360Collect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60Collect Theme">
  <a:themeElements>
    <a:clrScheme name="360Collect">
      <a:dk1>
        <a:srgbClr val="0F172A"/>
      </a:dk1>
      <a:lt1>
        <a:srgbClr val="FFFFFF"/>
      </a:lt1>
      <a:dk2>
        <a:srgbClr val="334155"/>
      </a:dk2>
      <a:lt2>
        <a:srgbClr val="E2E8F0"/>
      </a:lt2>
      <a:accent1>
        <a:srgbClr val="0E7490"/>
      </a:accent1>
      <a:accent2>
        <a:srgbClr val="14B8A6"/>
      </a:accent2>
      <a:accent3>
        <a:srgbClr val="1D4ED8"/>
      </a:accent3>
      <a:accent4>
        <a:srgbClr val="F59E0B"/>
      </a:accent4>
      <a:accent5>
        <a:srgbClr val="EF4444"/>
      </a:accent5>
      <a:accent6>
        <a:srgbClr val="22C55E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360Collect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360Collect V3 - Presentación Ejecutiva</dc:title>
  <dc:subject>Cobranza con inteligencia artificial y machine learning</dc:subject>
  <dc:creator>Codex</dc:creator>
  <cp:keywords>360Collect, cobranza, IA, machine learning, ejecutivo</cp:keywords>
  <dc:description>Presentación ejecutiva para comité y alta dirección.</dc:description>
  <cp:lastModifiedBy>Codex</cp:lastModifiedBy>
  <dcterms:created xsi:type="dcterms:W3CDTF">2026-04-07T21:57:04Z</dcterms:created>
  <dcterms:modified xsi:type="dcterms:W3CDTF">2026-04-07T21:57:04Z</dcterms:modified>
</cp:coreProperties>
</file>